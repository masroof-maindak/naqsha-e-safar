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369f775c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369f775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369f775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369f775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0369f775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0369f775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0369f775c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0369f775c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0369f775c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0369f775c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0369f775c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0369f775c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0369f775c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0369f775c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0369f775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0369f77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0369f775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0369f775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0369f775c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0369f775c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0369f775c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0369f775c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0369f775c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0369f775c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0369f775c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0369f775c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0369f775c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0369f775c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Naqsha-e-Safar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BSCS22005/</a:t>
            </a:r>
            <a:r>
              <a:rPr lang="en-GB"/>
              <a:t>12/18/85/99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and Classifying Public Transit Deserts in Lahore Using Graph Neural Networks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82450"/>
            <a:ext cx="8520600" cy="30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This project identifies areas in Lahore with high population density but poor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access to public transport i.e “transit deserts.” Using population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(WorldPop), transit routes (CityLines), and the city’s road 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(OpenStreetMap), we model Lahore as a spatial graph and apply a Graph Neural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Network to classify underserved regions.</a:t>
            </a:r>
            <a:r>
              <a:rPr lang="en-GB"/>
              <a:t> </a:t>
            </a:r>
            <a:r>
              <a:rPr lang="en-GB"/>
              <a:t>The outcome is a data-driven map of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transit accessibility gaps to guide future transport planning.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E3620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GB" sz="1150" u="sng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WorldPop (Population Density Data)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](</a:t>
            </a:r>
            <a:r>
              <a:rPr lang="en-GB" sz="1150" u="sng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https://hub.worldpop.org/geodata/summary?id=48110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5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E3620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2.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GB" sz="1150" u="sng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OpenStreetMap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](</a:t>
            </a:r>
            <a:r>
              <a:rPr lang="en-GB" sz="1150" u="sng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https://www.openstreetmap.org/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5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E3620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3.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GB" sz="1150" u="sng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CityLines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](</a:t>
            </a:r>
            <a:r>
              <a:rPr lang="en-GB" sz="1150" u="sng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https://www.citylines.co/lahore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5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E3620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4.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GB" sz="1150" u="sng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Zameen - Speedo Bus Routes in Lahore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](</a:t>
            </a:r>
            <a:r>
              <a:rPr lang="en-GB" sz="1150" u="sng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https://www.zameen.com/blog/speedo-bus-routes-lahore.html</a:t>
            </a:r>
            <a:r>
              <a:rPr lang="en-GB" sz="115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Programmatically download and clean up data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Manually cleaned up Speedo’s CSV data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Get Lahore’s points of interest (PoI) via OSMNX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Feature engineering: PoI geometry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Steps (01)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703" y="1016000"/>
            <a:ext cx="3863125" cy="368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Load Metro + Speedo data into separate GeoDataFrames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Insert new nodes into graph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To ensure connectivity, we add an edge between a stop and the nearest other PoI (necessary for community detection)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Nodes: ~140,000 // Edges: ~200,000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Add features: distribute population evenly amongst all nodes in vicinity &amp; compute distance to nearest public transit stop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These were deemed as crucial features for the GNN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We were previously quantizing every PoI to its nearest population reading, but that inflated population density erroneously</a:t>
            </a:r>
            <a:endParaRPr sz="1600"/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Steps (02)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949" y="971163"/>
            <a:ext cx="4716599" cy="3779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Run Louvain to partition ~160 communities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One-hot encode communities as node features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Feature Management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Convert to numeric types where necessary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Remove string attributes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Generate labels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GB" sz="1600"/>
              <a:t>Label corresponds to whether this node</a:t>
            </a:r>
            <a:br>
              <a:rPr lang="en-GB" sz="1600"/>
            </a:br>
            <a:r>
              <a:rPr lang="en-GB" sz="1600"/>
              <a:t>is in a transit desert or not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GB" sz="1600"/>
              <a:t>Idea: pick very ‘obvious’ nodes, using</a:t>
            </a:r>
            <a:br>
              <a:rPr lang="en-GB" sz="1600"/>
            </a:br>
            <a:r>
              <a:rPr lang="en-GB" sz="1600"/>
              <a:t>tight constraints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Steps (03)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Steps (04)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Label generation (cont.)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Benefit of picking obvious nodes: natural train/</a:t>
            </a:r>
            <a:br>
              <a:rPr lang="en-GB"/>
            </a:br>
            <a:r>
              <a:rPr lang="en-GB"/>
              <a:t>t</a:t>
            </a:r>
            <a:r>
              <a:rPr lang="en-GB"/>
              <a:t>est partitioning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Which nodes are ‘obvious’?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Population &gt; Mean population &amp;</a:t>
            </a:r>
            <a:br>
              <a:rPr lang="en-GB"/>
            </a:br>
            <a:r>
              <a:rPr lang="en-GB"/>
              <a:t>Distance to stop &lt; 1500; OR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Population &lt; Mean population &amp;</a:t>
            </a:r>
            <a:br>
              <a:rPr lang="en-GB"/>
            </a:br>
            <a:r>
              <a:rPr lang="en-GB"/>
              <a:t>Distance to stop &gt; 4500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 obvious nodes are used for training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Every single other node is ‘uncertain’</a:t>
            </a:r>
            <a:br>
              <a:rPr lang="en-GB"/>
            </a:br>
            <a:r>
              <a:rPr lang="en-GB"/>
              <a:t>a</a:t>
            </a:r>
            <a:r>
              <a:rPr lang="en-GB"/>
              <a:t>nd becomes part of the ‘test’ set of our GNN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0" l="0" r="1419" t="0"/>
          <a:stretch/>
        </p:blipFill>
        <p:spPr>
          <a:xfrm>
            <a:off x="5063101" y="1208150"/>
            <a:ext cx="363642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Steps (05)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/>
              <a:t>Final node features</a:t>
            </a:r>
            <a:r>
              <a:rPr lang="en-GB"/>
              <a:t>: x, y, population, distance_to_nearest_stop, street_count, is_transit_stop, comm_1, comm_2 … comm_k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Train a simple GCN, and run it on the test set, to get label predictions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‘Back-project’ node classifications onto communities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Take a ratio of the number of nodes in that community w/ positively-predicted labels, against the total number of nodes within that community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Sort all communities </a:t>
            </a:r>
            <a:r>
              <a:rPr lang="en-GB"/>
              <a:t>using</a:t>
            </a:r>
            <a:r>
              <a:rPr lang="en-GB"/>
              <a:t> this aforementioned ratio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3">
            <a:alphaModFix/>
          </a:blip>
          <a:srcRect b="0" l="5722" r="0" t="0"/>
          <a:stretch/>
        </p:blipFill>
        <p:spPr>
          <a:xfrm>
            <a:off x="62903" y="1101090"/>
            <a:ext cx="4116750" cy="387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403" y="1166415"/>
            <a:ext cx="4845419" cy="387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Our results are mildly exaggerated, by virtue of incomplete data, but I do believe that they are a step in the right direction.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Additionally, I think that more PoIs lying towards the urban center of the city probably skewed the GNN.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Communities towards the edges of the city are more ‘scattered’ in terms of PoIs, which is not necessarily representative of the truth.</a:t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Community Detection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Label-propagation algorithm</a:t>
            </a:r>
            <a:r>
              <a:rPr lang="en-GB"/>
              <a:t> – it worked, but it generated way too many communities.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DBSCAN</a:t>
            </a:r>
            <a:r>
              <a:rPr lang="en-GB"/>
              <a:t> – communities were too ambiguous; probably an error on our side, but we decided to not waste time. This would’ve helped to to </a:t>
            </a:r>
            <a:r>
              <a:rPr i="1" lang="en-GB"/>
              <a:t>suggest</a:t>
            </a:r>
            <a:r>
              <a:rPr lang="en-GB"/>
              <a:t> a route for transit deserts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Node Classification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GAT </a:t>
            </a:r>
            <a:r>
              <a:rPr lang="en-GB"/>
              <a:t>– scrapped due to computational-intensity (1.5hr+ training times)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Perhaps because of the abundance of one-hot encoded community labels?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May reconsider when we have manual (and thereby fewer + more realistic) community partitions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Might have performed better because it learns edge weights &amp; considers neighbouring nodes differently (which is a practical feature in a city network)</a:t>
            </a:r>
            <a:endParaRPr/>
          </a:p>
        </p:txBody>
      </p:sp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Alternate Approaches (01)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Alternate Approaches (02)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alternative to node classification I concerned was treating this problem as a graph classification problem.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Convert Louvain’s generated communities to separate subgraphs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Take a few ‘obvious picks’ (manually) and label them accordingly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Train a GNN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Run it on the remaining/uncertain communities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Logistic Concerns w.r.t Development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Jupyter notebooks are intrinsically deeply flawed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Large heap-allocations during data-wrangling subsequently result in frequent OOMs on older hardware; garbage collection is a sin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Irreproducible outputs due to mismanagement of variable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Python tooling conflict; `pyproject.toml` files weren’t updated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Version control clobbering w.r.t Jupyter notebook metadata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Coordinate Reference System (CRS) ambiguity wasted crucial hours and mental fortitude – ESPG:4326 &lt;-&gt; ESPG:32643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 hindsight, our primary problem was that data preprocessing took way too long.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also should have been using a Git hook to wipe out notebook metadata, to prevent needless changes.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 praise of our project, one extremely powerful observation w.r.t our work is how </a:t>
            </a:r>
            <a:r>
              <a:rPr i="1" lang="en-GB"/>
              <a:t>easy</a:t>
            </a:r>
            <a:r>
              <a:rPr lang="en-GB"/>
              <a:t> it is to scale to other cities.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Most ‘modules’ (be it data preprocessing, community detection, or the GNN) are interchangeable (w/ a little hassle to ensure the inputs/outputs line up).</a:t>
            </a:r>
            <a:endParaRPr/>
          </a:p>
        </p:txBody>
      </p:sp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Postmortem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Below lie my assumptions/caveats/limitations. These can be ameliorated/removed as future directions of work.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Few stops; we only have the Red Metro, Orange Line, and 70 unique Speedo stops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'Communities' returned by Louvain are not representative of actual residential 'societies' in Lahore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Don't account for 'self-sufficient' methods of transport e.g communities w/ a teeming qingqi culture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Missing data e.g stops along Speedo routes (we ignore these)</a:t>
            </a:r>
            <a:endParaRPr/>
          </a:p>
        </p:txBody>
      </p:sp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Work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